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127"/>
    <a:srgbClr val="1B242B"/>
    <a:srgbClr val="1A1F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6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1A9DB5-3BC6-6C43-B60A-38C7440B315A}"/>
              </a:ext>
            </a:extLst>
          </p:cNvPr>
          <p:cNvSpPr/>
          <p:nvPr/>
        </p:nvSpPr>
        <p:spPr>
          <a:xfrm>
            <a:off x="12547600" y="1371600"/>
            <a:ext cx="2590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AF1EE3-E7C5-7320-C564-D3C1AC2AFE5B}"/>
              </a:ext>
            </a:extLst>
          </p:cNvPr>
          <p:cNvSpPr/>
          <p:nvPr/>
        </p:nvSpPr>
        <p:spPr>
          <a:xfrm>
            <a:off x="12547600" y="4876800"/>
            <a:ext cx="2590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9A048C-E4DF-6F5B-AF7E-FC30ED9E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3603" y="1499507"/>
            <a:ext cx="2438793" cy="2442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BB4547-7D45-E43D-A09A-1F2EBA79D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3603" y="5158775"/>
            <a:ext cx="2427175" cy="2431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905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23535C-08AC-2FA6-E3EB-351F40DDD9A4}"/>
              </a:ext>
            </a:extLst>
          </p:cNvPr>
          <p:cNvSpPr/>
          <p:nvPr/>
        </p:nvSpPr>
        <p:spPr>
          <a:xfrm>
            <a:off x="12090400" y="7848600"/>
            <a:ext cx="2971800" cy="914400"/>
          </a:xfrm>
          <a:prstGeom prst="rect">
            <a:avLst/>
          </a:prstGeom>
          <a:solidFill>
            <a:srgbClr val="1C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4F814-727B-07DF-6554-ED61AC8479B3}"/>
              </a:ext>
            </a:extLst>
          </p:cNvPr>
          <p:cNvSpPr txBox="1"/>
          <p:nvPr/>
        </p:nvSpPr>
        <p:spPr>
          <a:xfrm>
            <a:off x="12242800" y="78486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docs/SRS.md</a:t>
            </a:r>
            <a:endParaRPr lang="uk-UA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C76B87-93F8-3DF0-C014-B76D1C61B258}"/>
              </a:ext>
            </a:extLst>
          </p:cNvPr>
          <p:cNvSpPr/>
          <p:nvPr/>
        </p:nvSpPr>
        <p:spPr>
          <a:xfrm>
            <a:off x="12242800" y="8001000"/>
            <a:ext cx="1295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88504-4F58-9DB4-8361-769CEA4F7C31}"/>
              </a:ext>
            </a:extLst>
          </p:cNvPr>
          <p:cNvSpPr txBox="1"/>
          <p:nvPr/>
        </p:nvSpPr>
        <p:spPr>
          <a:xfrm>
            <a:off x="12242800" y="793568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9060</a:t>
            </a:r>
            <a:endParaRPr lang="uk-UA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D663636-44E3-502E-38A9-20B0C0A81C67}"/>
              </a:ext>
            </a:extLst>
          </p:cNvPr>
          <p:cNvSpPr/>
          <p:nvPr/>
        </p:nvSpPr>
        <p:spPr>
          <a:xfrm>
            <a:off x="13462000" y="533400"/>
            <a:ext cx="2514600" cy="762000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590023-042B-1A2D-E8D2-4D34553DB2AF}"/>
              </a:ext>
            </a:extLst>
          </p:cNvPr>
          <p:cNvSpPr/>
          <p:nvPr/>
        </p:nvSpPr>
        <p:spPr>
          <a:xfrm>
            <a:off x="13462000" y="609600"/>
            <a:ext cx="2514600" cy="762000"/>
          </a:xfrm>
          <a:prstGeom prst="rect">
            <a:avLst/>
          </a:prstGeom>
          <a:solidFill>
            <a:srgbClr val="1A1F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2E1660-B10F-95A4-5238-E1A7AE394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1676400"/>
            <a:ext cx="7696200" cy="70312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886D45-6337-3BCD-29DF-D091131FF25C}"/>
              </a:ext>
            </a:extLst>
          </p:cNvPr>
          <p:cNvSpPr txBox="1"/>
          <p:nvPr/>
        </p:nvSpPr>
        <p:spPr>
          <a:xfrm>
            <a:off x="736600" y="2438400"/>
            <a:ext cx="441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400" dirty="0">
                <a:solidFill>
                  <a:schemeClr val="bg1"/>
                </a:solidFill>
              </a:rPr>
              <a:t>Частина бази даних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B7FBD1-B9EB-741A-7679-1DC40A491096}"/>
              </a:ext>
            </a:extLst>
          </p:cNvPr>
          <p:cNvSpPr/>
          <p:nvPr/>
        </p:nvSpPr>
        <p:spPr>
          <a:xfrm>
            <a:off x="5232400" y="6553200"/>
            <a:ext cx="2209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6C51D-8E38-5338-4968-05F7EF4381D0}"/>
              </a:ext>
            </a:extLst>
          </p:cNvPr>
          <p:cNvSpPr/>
          <p:nvPr/>
        </p:nvSpPr>
        <p:spPr>
          <a:xfrm>
            <a:off x="7366000" y="7620000"/>
            <a:ext cx="3048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D9985-749B-4B4D-376C-0D0657EBCFEE}"/>
              </a:ext>
            </a:extLst>
          </p:cNvPr>
          <p:cNvSpPr/>
          <p:nvPr/>
        </p:nvSpPr>
        <p:spPr>
          <a:xfrm>
            <a:off x="4115707" y="79248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5B1B44-1714-F4D9-9A41-430386B6F670}"/>
              </a:ext>
            </a:extLst>
          </p:cNvPr>
          <p:cNvSpPr txBox="1"/>
          <p:nvPr/>
        </p:nvSpPr>
        <p:spPr>
          <a:xfrm>
            <a:off x="4115707" y="7924800"/>
            <a:ext cx="248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серверна логіка та БД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9C2610-4C62-E899-F519-B53D452EA07A}"/>
              </a:ext>
            </a:extLst>
          </p:cNvPr>
          <p:cNvSpPr/>
          <p:nvPr/>
        </p:nvSpPr>
        <p:spPr>
          <a:xfrm>
            <a:off x="10261600" y="1447800"/>
            <a:ext cx="2209800" cy="3581400"/>
          </a:xfrm>
          <a:prstGeom prst="rect">
            <a:avLst/>
          </a:prstGeom>
          <a:solidFill>
            <a:srgbClr val="1B2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6860233-BDF2-DC2C-C67D-C45AE6EEC5D0}"/>
              </a:ext>
            </a:extLst>
          </p:cNvPr>
          <p:cNvSpPr/>
          <p:nvPr/>
        </p:nvSpPr>
        <p:spPr>
          <a:xfrm>
            <a:off x="12852400" y="4844143"/>
            <a:ext cx="2057400" cy="7184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417EE-5153-23B8-581A-75E6F0A975E1}"/>
              </a:ext>
            </a:extLst>
          </p:cNvPr>
          <p:cNvSpPr/>
          <p:nvPr/>
        </p:nvSpPr>
        <p:spPr>
          <a:xfrm>
            <a:off x="7518400" y="4844143"/>
            <a:ext cx="23622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-907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ECC580-E48D-894A-6D2C-082F0E51D342}"/>
              </a:ext>
            </a:extLst>
          </p:cNvPr>
          <p:cNvSpPr/>
          <p:nvPr/>
        </p:nvSpPr>
        <p:spPr>
          <a:xfrm>
            <a:off x="965200" y="1676400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D057B-397F-A9C7-AC5D-7949C1727739}"/>
              </a:ext>
            </a:extLst>
          </p:cNvPr>
          <p:cNvSpPr/>
          <p:nvPr/>
        </p:nvSpPr>
        <p:spPr>
          <a:xfrm>
            <a:off x="6197600" y="1649186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098A5C-BFDF-935C-08E3-B0D18FB0334D}"/>
              </a:ext>
            </a:extLst>
          </p:cNvPr>
          <p:cNvSpPr/>
          <p:nvPr/>
        </p:nvSpPr>
        <p:spPr>
          <a:xfrm>
            <a:off x="11450864" y="1692729"/>
            <a:ext cx="3962400" cy="388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7A7E1-EEAC-694B-ECBD-999FEF7F4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616528"/>
            <a:ext cx="3879646" cy="3886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AAD986-B218-A8F3-9D85-FAFF3F1D3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154" y="1646440"/>
            <a:ext cx="3879646" cy="3886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4FCF55-2F8E-63D5-BE32-E5C2BD18B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131" y="1646440"/>
            <a:ext cx="3922795" cy="3916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171450"/>
            <a:ext cx="16256000" cy="88011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F5D249-88DE-3D4A-DCB3-A487F09C4C5D}"/>
              </a:ext>
            </a:extLst>
          </p:cNvPr>
          <p:cNvSpPr/>
          <p:nvPr/>
        </p:nvSpPr>
        <p:spPr>
          <a:xfrm>
            <a:off x="4775200" y="8686800"/>
            <a:ext cx="6629400" cy="228600"/>
          </a:xfrm>
          <a:prstGeom prst="rect">
            <a:avLst/>
          </a:prstGeom>
          <a:solidFill>
            <a:srgbClr val="1C21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A03D-08CD-2C00-0811-B85C231E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98099-1536-999D-D42C-F89903B8B874}"/>
              </a:ext>
            </a:extLst>
          </p:cNvPr>
          <p:cNvSpPr txBox="1"/>
          <p:nvPr/>
        </p:nvSpPr>
        <p:spPr>
          <a:xfrm>
            <a:off x="2070100" y="2968841"/>
            <a:ext cx="1211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6000" dirty="0">
                <a:solidFill>
                  <a:schemeClr val="bg1"/>
                </a:solidFill>
              </a:rPr>
              <a:t>Ваші питання?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99F39-B9B7-9E58-58AA-AC511C5E9452}"/>
              </a:ext>
            </a:extLst>
          </p:cNvPr>
          <p:cNvSpPr txBox="1"/>
          <p:nvPr/>
        </p:nvSpPr>
        <p:spPr>
          <a:xfrm>
            <a:off x="2070100" y="3984504"/>
            <a:ext cx="1211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команда </a:t>
            </a:r>
            <a:r>
              <a:rPr lang="en-US" sz="3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BalanceDevs</a:t>
            </a:r>
            <a:endParaRPr lang="uk-UA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7604C5-1E78-BB97-B44A-E0BD6F046A83}"/>
              </a:ext>
            </a:extLst>
          </p:cNvPr>
          <p:cNvGrpSpPr/>
          <p:nvPr/>
        </p:nvGrpSpPr>
        <p:grpSpPr>
          <a:xfrm>
            <a:off x="1346200" y="4876800"/>
            <a:ext cx="13412146" cy="2883532"/>
            <a:chOff x="320533" y="4876800"/>
            <a:chExt cx="13412146" cy="28835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20BD18-041C-165D-B0CF-7CDFCB80AD73}"/>
                </a:ext>
              </a:extLst>
            </p:cNvPr>
            <p:cNvSpPr txBox="1"/>
            <p:nvPr/>
          </p:nvSpPr>
          <p:spPr>
            <a:xfrm>
              <a:off x="2523319" y="742177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Олексій </a:t>
              </a:r>
              <a:r>
                <a:rPr lang="uk-UA" sz="1600" dirty="0" err="1">
                  <a:solidFill>
                    <a:schemeClr val="bg1"/>
                  </a:solidFill>
                </a:rPr>
                <a:t>Єлісєєв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A4CB5E-E4AF-683C-CE07-9801D6DE1DFB}"/>
                </a:ext>
              </a:extLst>
            </p:cNvPr>
            <p:cNvSpPr txBox="1"/>
            <p:nvPr/>
          </p:nvSpPr>
          <p:spPr>
            <a:xfrm>
              <a:off x="5436817" y="740653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Микита </a:t>
              </a:r>
              <a:r>
                <a:rPr lang="uk-UA" sz="1600" dirty="0" err="1">
                  <a:solidFill>
                    <a:schemeClr val="bg1"/>
                  </a:solidFill>
                </a:rPr>
                <a:t>Габер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9E5323-E1B2-D14F-27D5-19CE18402B4B}"/>
                </a:ext>
              </a:extLst>
            </p:cNvPr>
            <p:cNvSpPr txBox="1"/>
            <p:nvPr/>
          </p:nvSpPr>
          <p:spPr>
            <a:xfrm>
              <a:off x="8332416" y="7409309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Олексій </a:t>
              </a:r>
              <a:r>
                <a:rPr lang="uk-UA" sz="1600" dirty="0" err="1">
                  <a:solidFill>
                    <a:schemeClr val="bg1"/>
                  </a:solidFill>
                </a:rPr>
                <a:t>Драціон</a:t>
              </a:r>
              <a:endParaRPr lang="uk-UA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933562-6925-5707-CF56-80CB4D43CA4F}"/>
                </a:ext>
              </a:extLst>
            </p:cNvPr>
            <p:cNvSpPr txBox="1"/>
            <p:nvPr/>
          </p:nvSpPr>
          <p:spPr>
            <a:xfrm>
              <a:off x="11099800" y="7421778"/>
              <a:ext cx="24867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uk-UA" sz="1600" dirty="0">
                  <a:solidFill>
                    <a:schemeClr val="bg1"/>
                  </a:solidFill>
                </a:rPr>
                <a:t>Данило Павлюк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2122285-156F-4F4E-2308-CFFB8752E334}"/>
                </a:ext>
              </a:extLst>
            </p:cNvPr>
            <p:cNvGrpSpPr/>
            <p:nvPr/>
          </p:nvGrpSpPr>
          <p:grpSpPr>
            <a:xfrm>
              <a:off x="320533" y="4876800"/>
              <a:ext cx="13412146" cy="2529156"/>
              <a:chOff x="320533" y="4876800"/>
              <a:chExt cx="13412146" cy="2529156"/>
            </a:xfrm>
          </p:grpSpPr>
          <p:sp>
            <p:nvSpPr>
              <p:cNvPr id="26" name="Rectangle: Diagonal Corners Rounded 25">
                <a:extLst>
                  <a:ext uri="{FF2B5EF4-FFF2-40B4-BE49-F238E27FC236}">
                    <a16:creationId xmlns:a16="http://schemas.microsoft.com/office/drawing/2014/main" id="{630CB0AD-46F0-A5E0-3052-3EBD81024BC5}"/>
                  </a:ext>
                </a:extLst>
              </p:cNvPr>
              <p:cNvSpPr/>
              <p:nvPr/>
            </p:nvSpPr>
            <p:spPr>
              <a:xfrm>
                <a:off x="320533" y="5338156"/>
                <a:ext cx="1905000" cy="1752600"/>
              </a:xfrm>
              <a:prstGeom prst="round2Diag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16D6F77-E9DF-6BC2-B0E0-A80669383D1A}"/>
                  </a:ext>
                </a:extLst>
              </p:cNvPr>
              <p:cNvGrpSpPr/>
              <p:nvPr/>
            </p:nvGrpSpPr>
            <p:grpSpPr>
              <a:xfrm>
                <a:off x="2523320" y="4876800"/>
                <a:ext cx="11209359" cy="2529156"/>
                <a:chOff x="2039257" y="5027381"/>
                <a:chExt cx="11209359" cy="2529156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64013DFC-94E3-F8BB-B20F-E07F0C39C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039257" y="5074236"/>
                  <a:ext cx="2486765" cy="2482301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F87ABBCC-BCFE-EC7A-152C-E20490A89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34857" y="5074237"/>
                  <a:ext cx="2504662" cy="248230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B697C39A-3AFF-CA24-179D-035795B148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48354" y="5069771"/>
                  <a:ext cx="2486765" cy="2486765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D7DB721D-1EDE-BC25-A5DE-A8AA690E5F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43954" y="5027381"/>
                  <a:ext cx="2504662" cy="2504662"/>
                </a:xfrm>
                <a:prstGeom prst="rect">
                  <a:avLst/>
                </a:prstGeom>
              </p:spPr>
            </p:pic>
          </p:grpSp>
          <p:pic>
            <p:nvPicPr>
              <p:cNvPr id="25" name="Picture 24" descr="Github Logo picture with transparent backg 1280x1156 #73352 | PNGimg">
                <a:extLst>
                  <a:ext uri="{FF2B5EF4-FFF2-40B4-BE49-F238E27FC236}">
                    <a16:creationId xmlns:a16="http://schemas.microsoft.com/office/drawing/2014/main" id="{5ACA0C12-24B4-5E98-BD96-23E8D9EF6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859" y="5397468"/>
                <a:ext cx="1694348" cy="153020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0140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</Words>
  <Application>Microsoft Office PowerPoint</Application>
  <PresentationFormat>Custom</PresentationFormat>
  <Paragraphs>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Danylo Pavlyuk</cp:lastModifiedBy>
  <cp:revision>13</cp:revision>
  <cp:lastPrinted>2026-10-17T17:06:23Z</cp:lastPrinted>
  <dcterms:created xsi:type="dcterms:W3CDTF">2006-08-16T00:00:00Z</dcterms:created>
  <dcterms:modified xsi:type="dcterms:W3CDTF">2026-10-17T17:22:30Z</dcterms:modified>
</cp:coreProperties>
</file>